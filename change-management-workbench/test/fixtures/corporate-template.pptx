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png" ContentType="image/png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TitleBg" Type="http://schemas.openxmlformats.org/officeDocument/2006/relationships/image" Target="../media/acme-title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TitleBg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Logo" Type="http://schemas.openxmlformats.org/officeDocument/2006/relationships/image" Target="../media/acme-logo.png"/><Relationship Id="rIdBand" Type="http://schemas.openxmlformats.org/officeDocument/2006/relationships/image" Target="../media/acme-band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Acme logo"/>
          <p:cNvPicPr>
            <a:picLocks noChangeAspect="1"/>
          </p:cNvPicPr>
          <p:nvPr userDrawn="1"/>
        </p:nvPicPr>
        <p:blipFill>
          <a:blip r:embed="rIdLogo"/>
          <a:stretch>
            <a:fillRect/>
          </a:stretch>
        </p:blipFill>
        <p:spPr>
          <a:xfrm>
            <a:off x="10287000" y="6096000"/>
            <a:ext cx="1371600" cy="365760"/>
          </a:xfrm>
          <a:prstGeom prst="rect">
            <a:avLst/>
          </a:prstGeom>
        </p:spPr>
      </p:pic>
      <p:pic>
        <p:nvPicPr>
          <p:cNvPr id="91" name="Acme band"/>
          <p:cNvPicPr>
            <a:picLocks noChangeAspect="1"/>
          </p:cNvPicPr>
          <p:nvPr userDrawn="1"/>
        </p:nvPicPr>
        <p:blipFill>
          <a:blip r:embed="rIdBand"/>
          <a:stretch>
            <a:fillRect/>
          </a:stretch>
        </p:blipFill>
        <p:spPr>
          <a:xfrm>
            <a:off x="0" y="0"/>
            <a:ext cx="12192000" cy="120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7A1E48"/>
      </a:dk2>
      <a:lt2>
        <a:srgbClr val="EEECE1"/>
      </a:lt2>
      <a:accent1>
        <a:srgbClr val="E28E24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